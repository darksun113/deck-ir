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1127" r:id="rId3"/>
    <p:sldId id="1411" r:id="rId5"/>
    <p:sldId id="1422" r:id="rId6"/>
    <p:sldId id="1361" r:id="rId7"/>
    <p:sldId id="1423" r:id="rId8"/>
    <p:sldId id="1397" r:id="rId9"/>
    <p:sldId id="1424" r:id="rId10"/>
    <p:sldId id="1413" r:id="rId11"/>
    <p:sldId id="1416" r:id="rId12"/>
  </p:sldIdLst>
  <p:sldSz cx="12192000" cy="6858000"/>
  <p:notesSz cx="6805930" cy="9939655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000099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000099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000099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000099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000099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000099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000099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000099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000099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800000"/>
    <a:srgbClr val="A52107"/>
    <a:srgbClr val="993300"/>
    <a:srgbClr val="BE1828"/>
    <a:srgbClr val="FF9999"/>
    <a:srgbClr val="E45754"/>
    <a:srgbClr val="0099CC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028"/>
    <p:restoredTop sz="77737"/>
  </p:normalViewPr>
  <p:slideViewPr>
    <p:cSldViewPr showGuides="1">
      <p:cViewPr varScale="1">
        <p:scale>
          <a:sx n="53" d="100"/>
          <a:sy n="53" d="100"/>
        </p:scale>
        <p:origin x="1087" y="21"/>
      </p:cViewPr>
      <p:guideLst>
        <p:guide orient="horz" pos="96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5771E9-A044-4F43-8459-E55C191D2DB8}" type="doc">
      <dgm:prSet loTypeId="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20BEFB4-62E3-4E93-926A-DFF68E66AB2E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第一部分     </a:t>
          </a:r>
          <a:endParaRPr lang="zh-CN" altLang="en-US" sz="2000" b="1" dirty="0"/>
        </a:p>
      </dgm:t>
    </dgm:pt>
    <dgm:pt modelId="{9CF41EB6-ECD3-4BC3-B70C-21E33DE1F483}" cxnId="{035F9384-022E-44BB-9C0F-D2D38DFE119B}" type="parTrans">
      <dgm:prSet/>
      <dgm:spPr/>
      <dgm:t>
        <a:bodyPr/>
        <a:lstStyle/>
        <a:p>
          <a:endParaRPr lang="zh-CN" altLang="en-US"/>
        </a:p>
      </dgm:t>
    </dgm:pt>
    <dgm:pt modelId="{AD74745F-B2BE-460D-8858-A75DA1E23FF3}" cxnId="{035F9384-022E-44BB-9C0F-D2D38DFE119B}" type="sibTrans">
      <dgm:prSet/>
      <dgm:spPr/>
      <dgm:t>
        <a:bodyPr/>
        <a:lstStyle/>
        <a:p>
          <a:endParaRPr lang="zh-CN" altLang="en-US"/>
        </a:p>
      </dgm:t>
    </dgm:pt>
    <dgm:pt modelId="{97C500E5-CD06-45E8-8838-A811045E74AB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个人基本情况介绍</a:t>
          </a:r>
          <a:endParaRPr lang="zh-CN" altLang="en-US" sz="2000" b="1" dirty="0"/>
        </a:p>
      </dgm:t>
    </dgm:pt>
    <dgm:pt modelId="{37F5CD8B-12E5-417F-8B15-C0BA2C837104}" cxnId="{C0E26F95-AA3B-45E2-ACE5-497FC96087BD}" type="parTrans">
      <dgm:prSet/>
      <dgm:spPr/>
      <dgm:t>
        <a:bodyPr/>
        <a:lstStyle/>
        <a:p>
          <a:endParaRPr lang="zh-CN" altLang="en-US"/>
        </a:p>
      </dgm:t>
    </dgm:pt>
    <dgm:pt modelId="{FBA0630A-5043-49FA-B7D0-6DF944639A66}" cxnId="{C0E26F95-AA3B-45E2-ACE5-497FC96087BD}" type="sibTrans">
      <dgm:prSet/>
      <dgm:spPr/>
      <dgm:t>
        <a:bodyPr/>
        <a:lstStyle/>
        <a:p>
          <a:endParaRPr lang="zh-CN" altLang="en-US"/>
        </a:p>
      </dgm:t>
    </dgm:pt>
    <dgm:pt modelId="{A1D96C5A-F686-4BBF-BEB3-DB4140C5D4FC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第二部分     </a:t>
          </a:r>
          <a:endParaRPr lang="zh-CN" altLang="en-US" sz="2000" b="1" dirty="0"/>
        </a:p>
      </dgm:t>
    </dgm:pt>
    <dgm:pt modelId="{2FD425F6-C9CF-4A6A-82E5-DA1627F6D1C0}" cxnId="{46AAEAFF-ACE0-46C8-AD6F-4F4DEB2A987E}" type="parTrans">
      <dgm:prSet/>
      <dgm:spPr/>
      <dgm:t>
        <a:bodyPr/>
        <a:lstStyle/>
        <a:p>
          <a:endParaRPr lang="zh-CN" altLang="en-US"/>
        </a:p>
      </dgm:t>
    </dgm:pt>
    <dgm:pt modelId="{59A3F1A9-8839-48EB-AF4F-7BFD050B96DA}" cxnId="{46AAEAFF-ACE0-46C8-AD6F-4F4DEB2A987E}" type="sibTrans">
      <dgm:prSet/>
      <dgm:spPr/>
      <dgm:t>
        <a:bodyPr/>
        <a:lstStyle/>
        <a:p>
          <a:endParaRPr lang="zh-CN" altLang="en-US"/>
        </a:p>
      </dgm:t>
    </dgm:pt>
    <dgm:pt modelId="{CA5C645B-24D4-43DD-AFCB-AB85DDFC85A5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入司后主要工作业绩</a:t>
          </a:r>
        </a:p>
      </dgm:t>
    </dgm:pt>
    <dgm:pt modelId="{661443C4-5F9A-4351-8420-D1A0AA1B3CC6}" cxnId="{BFC5008D-2B4C-47C2-A937-0BC885FBE34C}" type="parTrans">
      <dgm:prSet/>
      <dgm:spPr/>
      <dgm:t>
        <a:bodyPr/>
        <a:lstStyle/>
        <a:p>
          <a:endParaRPr lang="zh-CN" altLang="en-US"/>
        </a:p>
      </dgm:t>
    </dgm:pt>
    <dgm:pt modelId="{C31B0195-D6E3-4E04-924C-5C4BBAA37883}" cxnId="{BFC5008D-2B4C-47C2-A937-0BC885FBE34C}" type="sibTrans">
      <dgm:prSet/>
      <dgm:spPr/>
      <dgm:t>
        <a:bodyPr/>
        <a:lstStyle/>
        <a:p>
          <a:endParaRPr lang="zh-CN" altLang="en-US"/>
        </a:p>
      </dgm:t>
    </dgm:pt>
    <dgm:pt modelId="{2D899538-318B-48A0-9BFC-6BE64AB7A685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第三部分     </a:t>
          </a:r>
          <a:endParaRPr lang="zh-CN" altLang="en-US" sz="2000" b="1" dirty="0"/>
        </a:p>
      </dgm:t>
    </dgm:pt>
    <dgm:pt modelId="{6CA4C24B-239F-4DFF-A5BC-55ECD12E8978}" cxnId="{68AB05A5-CAF1-4175-94FB-08DE47233AF2}" type="parTrans">
      <dgm:prSet/>
      <dgm:spPr/>
      <dgm:t>
        <a:bodyPr/>
        <a:lstStyle/>
        <a:p>
          <a:endParaRPr lang="zh-CN" altLang="en-US"/>
        </a:p>
      </dgm:t>
    </dgm:pt>
    <dgm:pt modelId="{5F0FC9B8-25BB-487E-91F3-F966C4F529ED}" cxnId="{68AB05A5-CAF1-4175-94FB-08DE47233AF2}" type="sibTrans">
      <dgm:prSet/>
      <dgm:spPr/>
      <dgm:t>
        <a:bodyPr/>
        <a:lstStyle/>
        <a:p>
          <a:endParaRPr lang="zh-CN" altLang="en-US"/>
        </a:p>
      </dgm:t>
    </dgm:pt>
    <dgm:pt modelId="{BE4D308A-57F3-490E-9CB9-C5E831E654FF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上任后工作计划</a:t>
          </a:r>
        </a:p>
      </dgm:t>
    </dgm:pt>
    <dgm:pt modelId="{C386F2DB-5164-4C85-A848-C1C35A340B26}" cxnId="{CF8B58E5-3814-43D1-BA46-AE95356525B2}" type="parTrans">
      <dgm:prSet/>
      <dgm:spPr/>
      <dgm:t>
        <a:bodyPr/>
        <a:lstStyle/>
        <a:p>
          <a:endParaRPr lang="zh-CN" altLang="en-US"/>
        </a:p>
      </dgm:t>
    </dgm:pt>
    <dgm:pt modelId="{A706FCEE-B566-44F8-AAF3-62262A8E41F4}" cxnId="{CF8B58E5-3814-43D1-BA46-AE95356525B2}" type="sibTrans">
      <dgm:prSet/>
      <dgm:spPr/>
      <dgm:t>
        <a:bodyPr/>
        <a:lstStyle/>
        <a:p>
          <a:endParaRPr lang="zh-CN" altLang="en-US"/>
        </a:p>
      </dgm:t>
    </dgm:pt>
    <dgm:pt modelId="{A7F25396-743E-4863-90FE-ED6A69A6BFAC}" type="pres">
      <dgm:prSet presAssocID="{AA5771E9-A044-4F43-8459-E55C191D2DB8}" presName="Name0" presStyleCnt="0">
        <dgm:presLayoutVars>
          <dgm:dir/>
          <dgm:animLvl val="lvl"/>
          <dgm:resizeHandles val="exact"/>
        </dgm:presLayoutVars>
      </dgm:prSet>
      <dgm:spPr/>
    </dgm:pt>
    <dgm:pt modelId="{2B946B5B-DF8E-4CF8-8738-E424ECE6D7BB}" type="pres">
      <dgm:prSet presAssocID="{320BEFB4-62E3-4E93-926A-DFF68E66AB2E}" presName="linNode" presStyleCnt="0"/>
      <dgm:spPr/>
    </dgm:pt>
    <dgm:pt modelId="{20379965-AFAE-41AA-84FD-230CE8246DC7}" type="pres">
      <dgm:prSet presAssocID="{320BEFB4-62E3-4E93-926A-DFF68E66AB2E}" presName="parentText" presStyleLbl="node1" presStyleIdx="0" presStyleCnt="3" custScaleX="64930">
        <dgm:presLayoutVars>
          <dgm:chMax val="1"/>
          <dgm:bulletEnabled val="1"/>
        </dgm:presLayoutVars>
      </dgm:prSet>
      <dgm:spPr/>
    </dgm:pt>
    <dgm:pt modelId="{B63CAA72-9040-43A9-BA28-98BC3F93C3CB}" type="pres">
      <dgm:prSet presAssocID="{320BEFB4-62E3-4E93-926A-DFF68E66AB2E}" presName="descendantText" presStyleLbl="alignAccFollowNode1" presStyleIdx="0" presStyleCnt="3">
        <dgm:presLayoutVars>
          <dgm:bulletEnabled val="1"/>
        </dgm:presLayoutVars>
      </dgm:prSet>
      <dgm:spPr/>
    </dgm:pt>
    <dgm:pt modelId="{3DEB99C5-69C9-4225-BDBE-1C40FD68394E}" type="pres">
      <dgm:prSet presAssocID="{AD74745F-B2BE-460D-8858-A75DA1E23FF3}" presName="sp" presStyleCnt="0"/>
      <dgm:spPr/>
    </dgm:pt>
    <dgm:pt modelId="{3523A4F1-D564-40E2-80FC-0D87C09763D3}" type="pres">
      <dgm:prSet presAssocID="{A1D96C5A-F686-4BBF-BEB3-DB4140C5D4FC}" presName="linNode" presStyleCnt="0"/>
      <dgm:spPr/>
    </dgm:pt>
    <dgm:pt modelId="{04A9486C-14E9-472D-A286-01B80820D375}" type="pres">
      <dgm:prSet presAssocID="{A1D96C5A-F686-4BBF-BEB3-DB4140C5D4FC}" presName="parentText" presStyleLbl="node1" presStyleIdx="1" presStyleCnt="3" custScaleX="64930" custLinFactNeighborX="-524">
        <dgm:presLayoutVars>
          <dgm:chMax val="1"/>
          <dgm:bulletEnabled val="1"/>
        </dgm:presLayoutVars>
      </dgm:prSet>
      <dgm:spPr/>
    </dgm:pt>
    <dgm:pt modelId="{E8F158D6-7411-4C0D-9F7E-EEB335C7A1DE}" type="pres">
      <dgm:prSet presAssocID="{A1D96C5A-F686-4BBF-BEB3-DB4140C5D4FC}" presName="descendantText" presStyleLbl="alignAccFollowNode1" presStyleIdx="1" presStyleCnt="3">
        <dgm:presLayoutVars>
          <dgm:bulletEnabled val="1"/>
        </dgm:presLayoutVars>
      </dgm:prSet>
      <dgm:spPr/>
    </dgm:pt>
    <dgm:pt modelId="{1CD9FAEA-953B-40E3-B732-B97B28BA8B8F}" type="pres">
      <dgm:prSet presAssocID="{59A3F1A9-8839-48EB-AF4F-7BFD050B96DA}" presName="sp" presStyleCnt="0"/>
      <dgm:spPr/>
    </dgm:pt>
    <dgm:pt modelId="{3769E773-3EF1-43E3-9CE3-3B571A792184}" type="pres">
      <dgm:prSet presAssocID="{2D899538-318B-48A0-9BFC-6BE64AB7A685}" presName="linNode" presStyleCnt="0"/>
      <dgm:spPr/>
    </dgm:pt>
    <dgm:pt modelId="{7F747BC6-0B8D-443C-8D34-AB372D968D85}" type="pres">
      <dgm:prSet presAssocID="{2D899538-318B-48A0-9BFC-6BE64AB7A685}" presName="parentText" presStyleLbl="node1" presStyleIdx="2" presStyleCnt="3" custScaleX="64930">
        <dgm:presLayoutVars>
          <dgm:chMax val="1"/>
          <dgm:bulletEnabled val="1"/>
        </dgm:presLayoutVars>
      </dgm:prSet>
      <dgm:spPr/>
    </dgm:pt>
    <dgm:pt modelId="{651933B9-1EAD-4C0C-8117-2F1DBA2F8B8B}" type="pres">
      <dgm:prSet presAssocID="{2D899538-318B-48A0-9BFC-6BE64AB7A685}" presName="descendantText" presStyleLbl="alignAccFollowNode1" presStyleIdx="2" presStyleCnt="3" custLinFactNeighborX="0" custLinFactNeighborY="-2461">
        <dgm:presLayoutVars>
          <dgm:bulletEnabled val="1"/>
        </dgm:presLayoutVars>
      </dgm:prSet>
      <dgm:spPr/>
    </dgm:pt>
  </dgm:ptLst>
  <dgm:cxnLst>
    <dgm:cxn modelId="{9B985601-AB8A-487F-AA3E-5339FFC8735A}" type="presOf" srcId="{A1D96C5A-F686-4BBF-BEB3-DB4140C5D4FC}" destId="{04A9486C-14E9-472D-A286-01B80820D375}" srcOrd="0" destOrd="0" presId="urn:microsoft.com/office/officeart/2005/8/layout/vList5"/>
    <dgm:cxn modelId="{109DA723-1785-4114-AFDD-021242D486AC}" type="presOf" srcId="{2D899538-318B-48A0-9BFC-6BE64AB7A685}" destId="{7F747BC6-0B8D-443C-8D34-AB372D968D85}" srcOrd="0" destOrd="0" presId="urn:microsoft.com/office/officeart/2005/8/layout/vList5"/>
    <dgm:cxn modelId="{5686186A-E83B-4611-A5AC-77DCAB7B3081}" type="presOf" srcId="{CA5C645B-24D4-43DD-AFCB-AB85DDFC85A5}" destId="{E8F158D6-7411-4C0D-9F7E-EEB335C7A1DE}" srcOrd="0" destOrd="0" presId="urn:microsoft.com/office/officeart/2005/8/layout/vList5"/>
    <dgm:cxn modelId="{BC12C14C-23D1-4395-A862-CBB5B20F485C}" type="presOf" srcId="{BE4D308A-57F3-490E-9CB9-C5E831E654FF}" destId="{651933B9-1EAD-4C0C-8117-2F1DBA2F8B8B}" srcOrd="0" destOrd="0" presId="urn:microsoft.com/office/officeart/2005/8/layout/vList5"/>
    <dgm:cxn modelId="{20355C72-5DC4-4CAE-B1A7-40CF8DA72ABD}" type="presOf" srcId="{97C500E5-CD06-45E8-8838-A811045E74AB}" destId="{B63CAA72-9040-43A9-BA28-98BC3F93C3CB}" srcOrd="0" destOrd="0" presId="urn:microsoft.com/office/officeart/2005/8/layout/vList5"/>
    <dgm:cxn modelId="{20EE6472-1925-462E-81FF-9F32FF367C8C}" type="presOf" srcId="{AA5771E9-A044-4F43-8459-E55C191D2DB8}" destId="{A7F25396-743E-4863-90FE-ED6A69A6BFAC}" srcOrd="0" destOrd="0" presId="urn:microsoft.com/office/officeart/2005/8/layout/vList5"/>
    <dgm:cxn modelId="{035F9384-022E-44BB-9C0F-D2D38DFE119B}" srcId="{AA5771E9-A044-4F43-8459-E55C191D2DB8}" destId="{320BEFB4-62E3-4E93-926A-DFF68E66AB2E}" srcOrd="0" destOrd="0" parTransId="{9CF41EB6-ECD3-4BC3-B70C-21E33DE1F483}" sibTransId="{AD74745F-B2BE-460D-8858-A75DA1E23FF3}"/>
    <dgm:cxn modelId="{BFC5008D-2B4C-47C2-A937-0BC885FBE34C}" srcId="{A1D96C5A-F686-4BBF-BEB3-DB4140C5D4FC}" destId="{CA5C645B-24D4-43DD-AFCB-AB85DDFC85A5}" srcOrd="0" destOrd="0" parTransId="{661443C4-5F9A-4351-8420-D1A0AA1B3CC6}" sibTransId="{C31B0195-D6E3-4E04-924C-5C4BBAA37883}"/>
    <dgm:cxn modelId="{C0E26F95-AA3B-45E2-ACE5-497FC96087BD}" srcId="{320BEFB4-62E3-4E93-926A-DFF68E66AB2E}" destId="{97C500E5-CD06-45E8-8838-A811045E74AB}" srcOrd="0" destOrd="0" parTransId="{37F5CD8B-12E5-417F-8B15-C0BA2C837104}" sibTransId="{FBA0630A-5043-49FA-B7D0-6DF944639A66}"/>
    <dgm:cxn modelId="{68AB05A5-CAF1-4175-94FB-08DE47233AF2}" srcId="{AA5771E9-A044-4F43-8459-E55C191D2DB8}" destId="{2D899538-318B-48A0-9BFC-6BE64AB7A685}" srcOrd="2" destOrd="0" parTransId="{6CA4C24B-239F-4DFF-A5BC-55ECD12E8978}" sibTransId="{5F0FC9B8-25BB-487E-91F3-F966C4F529ED}"/>
    <dgm:cxn modelId="{CF8B58E5-3814-43D1-BA46-AE95356525B2}" srcId="{2D899538-318B-48A0-9BFC-6BE64AB7A685}" destId="{BE4D308A-57F3-490E-9CB9-C5E831E654FF}" srcOrd="0" destOrd="0" parTransId="{C386F2DB-5164-4C85-A848-C1C35A340B26}" sibTransId="{A706FCEE-B566-44F8-AAF3-62262A8E41F4}"/>
    <dgm:cxn modelId="{E9ADC3FB-884E-4FCB-BA4A-6233A249C898}" type="presOf" srcId="{320BEFB4-62E3-4E93-926A-DFF68E66AB2E}" destId="{20379965-AFAE-41AA-84FD-230CE8246DC7}" srcOrd="0" destOrd="0" presId="urn:microsoft.com/office/officeart/2005/8/layout/vList5"/>
    <dgm:cxn modelId="{46AAEAFF-ACE0-46C8-AD6F-4F4DEB2A987E}" srcId="{AA5771E9-A044-4F43-8459-E55C191D2DB8}" destId="{A1D96C5A-F686-4BBF-BEB3-DB4140C5D4FC}" srcOrd="1" destOrd="0" parTransId="{2FD425F6-C9CF-4A6A-82E5-DA1627F6D1C0}" sibTransId="{59A3F1A9-8839-48EB-AF4F-7BFD050B96DA}"/>
    <dgm:cxn modelId="{794BCFC0-EB76-43F3-B1F0-EC7FAA287B5E}" type="presParOf" srcId="{A7F25396-743E-4863-90FE-ED6A69A6BFAC}" destId="{2B946B5B-DF8E-4CF8-8738-E424ECE6D7BB}" srcOrd="0" destOrd="0" presId="urn:microsoft.com/office/officeart/2005/8/layout/vList5"/>
    <dgm:cxn modelId="{440AE86A-A487-49AB-A617-8A65F73C105A}" type="presParOf" srcId="{2B946B5B-DF8E-4CF8-8738-E424ECE6D7BB}" destId="{20379965-AFAE-41AA-84FD-230CE8246DC7}" srcOrd="0" destOrd="0" presId="urn:microsoft.com/office/officeart/2005/8/layout/vList5"/>
    <dgm:cxn modelId="{053911D6-625D-4332-8838-C605B3E7C5E2}" type="presParOf" srcId="{2B946B5B-DF8E-4CF8-8738-E424ECE6D7BB}" destId="{B63CAA72-9040-43A9-BA28-98BC3F93C3CB}" srcOrd="1" destOrd="0" presId="urn:microsoft.com/office/officeart/2005/8/layout/vList5"/>
    <dgm:cxn modelId="{7209DCC5-EA59-47F7-87D8-835503B8FCBE}" type="presParOf" srcId="{A7F25396-743E-4863-90FE-ED6A69A6BFAC}" destId="{3DEB99C5-69C9-4225-BDBE-1C40FD68394E}" srcOrd="1" destOrd="0" presId="urn:microsoft.com/office/officeart/2005/8/layout/vList5"/>
    <dgm:cxn modelId="{AD980C34-06E7-4655-803A-A3AAA1991F71}" type="presParOf" srcId="{A7F25396-743E-4863-90FE-ED6A69A6BFAC}" destId="{3523A4F1-D564-40E2-80FC-0D87C09763D3}" srcOrd="2" destOrd="0" presId="urn:microsoft.com/office/officeart/2005/8/layout/vList5"/>
    <dgm:cxn modelId="{802FECDB-C3BE-4CE5-AE64-EFD425DCA0CB}" type="presParOf" srcId="{3523A4F1-D564-40E2-80FC-0D87C09763D3}" destId="{04A9486C-14E9-472D-A286-01B80820D375}" srcOrd="0" destOrd="0" presId="urn:microsoft.com/office/officeart/2005/8/layout/vList5"/>
    <dgm:cxn modelId="{2DBD85F4-708A-44CF-BAE6-FAAC4DB34CC3}" type="presParOf" srcId="{3523A4F1-D564-40E2-80FC-0D87C09763D3}" destId="{E8F158D6-7411-4C0D-9F7E-EEB335C7A1DE}" srcOrd="1" destOrd="0" presId="urn:microsoft.com/office/officeart/2005/8/layout/vList5"/>
    <dgm:cxn modelId="{D82E0DA3-CD5A-47C5-96C1-6F242675FC00}" type="presParOf" srcId="{A7F25396-743E-4863-90FE-ED6A69A6BFAC}" destId="{1CD9FAEA-953B-40E3-B732-B97B28BA8B8F}" srcOrd="3" destOrd="0" presId="urn:microsoft.com/office/officeart/2005/8/layout/vList5"/>
    <dgm:cxn modelId="{C84DBE11-4A05-401C-A305-5E820A5F33F8}" type="presParOf" srcId="{A7F25396-743E-4863-90FE-ED6A69A6BFAC}" destId="{3769E773-3EF1-43E3-9CE3-3B571A792184}" srcOrd="4" destOrd="0" presId="urn:microsoft.com/office/officeart/2005/8/layout/vList5"/>
    <dgm:cxn modelId="{115DD217-FAE0-4A3B-B049-F9F1AA75FE44}" type="presParOf" srcId="{3769E773-3EF1-43E3-9CE3-3B571A792184}" destId="{7F747BC6-0B8D-443C-8D34-AB372D968D85}" srcOrd="0" destOrd="0" presId="urn:microsoft.com/office/officeart/2005/8/layout/vList5"/>
    <dgm:cxn modelId="{37DEFDF3-EA57-40E1-83BF-6DD50A1F591D}" type="presParOf" srcId="{3769E773-3EF1-43E3-9CE3-3B571A792184}" destId="{651933B9-1EAD-4C0C-8117-2F1DBA2F8B8B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5771E9-A044-4F43-8459-E55C191D2DB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20BEFB4-62E3-4E93-926A-DFF68E66AB2E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第一部分     </a:t>
          </a:r>
          <a:endParaRPr lang="zh-CN" altLang="en-US" sz="2000" b="1" dirty="0"/>
        </a:p>
      </dgm:t>
    </dgm:pt>
    <dgm:pt modelId="{9CF41EB6-ECD3-4BC3-B70C-21E33DE1F483}" cxnId="{035F9384-022E-44BB-9C0F-D2D38DFE119B}" type="parTrans">
      <dgm:prSet/>
      <dgm:spPr/>
      <dgm:t>
        <a:bodyPr/>
        <a:lstStyle/>
        <a:p>
          <a:endParaRPr lang="zh-CN" altLang="en-US"/>
        </a:p>
      </dgm:t>
    </dgm:pt>
    <dgm:pt modelId="{AD74745F-B2BE-460D-8858-A75DA1E23FF3}" cxnId="{035F9384-022E-44BB-9C0F-D2D38DFE119B}" type="sibTrans">
      <dgm:prSet/>
      <dgm:spPr/>
      <dgm:t>
        <a:bodyPr/>
        <a:lstStyle/>
        <a:p>
          <a:endParaRPr lang="zh-CN" altLang="en-US"/>
        </a:p>
      </dgm:t>
    </dgm:pt>
    <dgm:pt modelId="{97C500E5-CD06-45E8-8838-A811045E74AB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个人基本情况介绍</a:t>
          </a:r>
          <a:endParaRPr lang="zh-CN" altLang="en-US" sz="2000" b="1" dirty="0"/>
        </a:p>
      </dgm:t>
    </dgm:pt>
    <dgm:pt modelId="{37F5CD8B-12E5-417F-8B15-C0BA2C837104}" cxnId="{C0E26F95-AA3B-45E2-ACE5-497FC96087BD}" type="parTrans">
      <dgm:prSet/>
      <dgm:spPr/>
      <dgm:t>
        <a:bodyPr/>
        <a:lstStyle/>
        <a:p>
          <a:endParaRPr lang="zh-CN" altLang="en-US"/>
        </a:p>
      </dgm:t>
    </dgm:pt>
    <dgm:pt modelId="{FBA0630A-5043-49FA-B7D0-6DF944639A66}" cxnId="{C0E26F95-AA3B-45E2-ACE5-497FC96087BD}" type="sibTrans">
      <dgm:prSet/>
      <dgm:spPr/>
      <dgm:t>
        <a:bodyPr/>
        <a:lstStyle/>
        <a:p>
          <a:endParaRPr lang="zh-CN" altLang="en-US"/>
        </a:p>
      </dgm:t>
    </dgm:pt>
    <dgm:pt modelId="{A7F25396-743E-4863-90FE-ED6A69A6BFAC}" type="pres">
      <dgm:prSet presAssocID="{AA5771E9-A044-4F43-8459-E55C191D2DB8}" presName="Name0" presStyleCnt="0">
        <dgm:presLayoutVars>
          <dgm:dir/>
          <dgm:animLvl val="lvl"/>
          <dgm:resizeHandles val="exact"/>
        </dgm:presLayoutVars>
      </dgm:prSet>
      <dgm:spPr/>
    </dgm:pt>
    <dgm:pt modelId="{2B946B5B-DF8E-4CF8-8738-E424ECE6D7BB}" type="pres">
      <dgm:prSet presAssocID="{320BEFB4-62E3-4E93-926A-DFF68E66AB2E}" presName="linNode" presStyleCnt="0"/>
      <dgm:spPr/>
    </dgm:pt>
    <dgm:pt modelId="{20379965-AFAE-41AA-84FD-230CE8246DC7}" type="pres">
      <dgm:prSet presAssocID="{320BEFB4-62E3-4E93-926A-DFF68E66AB2E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B63CAA72-9040-43A9-BA28-98BC3F93C3CB}" type="pres">
      <dgm:prSet presAssocID="{320BEFB4-62E3-4E93-926A-DFF68E66AB2E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FE1BF512-2BB6-4A7B-BE2A-33A2435218ED}" type="presOf" srcId="{320BEFB4-62E3-4E93-926A-DFF68E66AB2E}" destId="{20379965-AFAE-41AA-84FD-230CE8246DC7}" srcOrd="0" destOrd="0" presId="urn:microsoft.com/office/officeart/2005/8/layout/vList5"/>
    <dgm:cxn modelId="{8B6FF87B-6F88-43F9-9CB5-21C24482ABB1}" type="presOf" srcId="{97C500E5-CD06-45E8-8838-A811045E74AB}" destId="{B63CAA72-9040-43A9-BA28-98BC3F93C3CB}" srcOrd="0" destOrd="0" presId="urn:microsoft.com/office/officeart/2005/8/layout/vList5"/>
    <dgm:cxn modelId="{035F9384-022E-44BB-9C0F-D2D38DFE119B}" srcId="{AA5771E9-A044-4F43-8459-E55C191D2DB8}" destId="{320BEFB4-62E3-4E93-926A-DFF68E66AB2E}" srcOrd="0" destOrd="0" parTransId="{9CF41EB6-ECD3-4BC3-B70C-21E33DE1F483}" sibTransId="{AD74745F-B2BE-460D-8858-A75DA1E23FF3}"/>
    <dgm:cxn modelId="{C0E26F95-AA3B-45E2-ACE5-497FC96087BD}" srcId="{320BEFB4-62E3-4E93-926A-DFF68E66AB2E}" destId="{97C500E5-CD06-45E8-8838-A811045E74AB}" srcOrd="0" destOrd="0" parTransId="{37F5CD8B-12E5-417F-8B15-C0BA2C837104}" sibTransId="{FBA0630A-5043-49FA-B7D0-6DF944639A66}"/>
    <dgm:cxn modelId="{61A01CE1-C19B-4A08-8BCD-B230ACBCE164}" type="presOf" srcId="{AA5771E9-A044-4F43-8459-E55C191D2DB8}" destId="{A7F25396-743E-4863-90FE-ED6A69A6BFAC}" srcOrd="0" destOrd="0" presId="urn:microsoft.com/office/officeart/2005/8/layout/vList5"/>
    <dgm:cxn modelId="{83976715-3C1C-4289-A782-32D867714BDB}" type="presParOf" srcId="{A7F25396-743E-4863-90FE-ED6A69A6BFAC}" destId="{2B946B5B-DF8E-4CF8-8738-E424ECE6D7BB}" srcOrd="0" destOrd="0" presId="urn:microsoft.com/office/officeart/2005/8/layout/vList5"/>
    <dgm:cxn modelId="{EA85BDA4-554A-45F4-BB3C-A9FFC6C7164D}" type="presParOf" srcId="{2B946B5B-DF8E-4CF8-8738-E424ECE6D7BB}" destId="{20379965-AFAE-41AA-84FD-230CE8246DC7}" srcOrd="0" destOrd="0" presId="urn:microsoft.com/office/officeart/2005/8/layout/vList5"/>
    <dgm:cxn modelId="{2068C0B4-FC95-453A-B380-3C998C8FB00C}" type="presParOf" srcId="{2B946B5B-DF8E-4CF8-8738-E424ECE6D7BB}" destId="{B63CAA72-9040-43A9-BA28-98BC3F93C3CB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5771E9-A044-4F43-8459-E55C191D2DB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20BEFB4-62E3-4E93-926A-DFF68E66AB2E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第二部分     </a:t>
          </a:r>
          <a:endParaRPr lang="zh-CN" altLang="en-US" sz="2000" b="1" dirty="0"/>
        </a:p>
      </dgm:t>
    </dgm:pt>
    <dgm:pt modelId="{9CF41EB6-ECD3-4BC3-B70C-21E33DE1F483}" cxnId="{035F9384-022E-44BB-9C0F-D2D38DFE119B}" type="parTrans">
      <dgm:prSet/>
      <dgm:spPr/>
      <dgm:t>
        <a:bodyPr/>
        <a:lstStyle/>
        <a:p>
          <a:endParaRPr lang="zh-CN" altLang="en-US"/>
        </a:p>
      </dgm:t>
    </dgm:pt>
    <dgm:pt modelId="{AD74745F-B2BE-460D-8858-A75DA1E23FF3}" cxnId="{035F9384-022E-44BB-9C0F-D2D38DFE119B}" type="sibTrans">
      <dgm:prSet/>
      <dgm:spPr/>
      <dgm:t>
        <a:bodyPr/>
        <a:lstStyle/>
        <a:p>
          <a:endParaRPr lang="zh-CN" altLang="en-US"/>
        </a:p>
      </dgm:t>
    </dgm:pt>
    <dgm:pt modelId="{97C500E5-CD06-45E8-8838-A811045E74AB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入司后主要工作业绩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7F5CD8B-12E5-417F-8B15-C0BA2C837104}" cxnId="{C0E26F95-AA3B-45E2-ACE5-497FC96087BD}" type="parTrans">
      <dgm:prSet/>
      <dgm:spPr/>
      <dgm:t>
        <a:bodyPr/>
        <a:lstStyle/>
        <a:p>
          <a:endParaRPr lang="zh-CN" altLang="en-US"/>
        </a:p>
      </dgm:t>
    </dgm:pt>
    <dgm:pt modelId="{FBA0630A-5043-49FA-B7D0-6DF944639A66}" cxnId="{C0E26F95-AA3B-45E2-ACE5-497FC96087BD}" type="sibTrans">
      <dgm:prSet/>
      <dgm:spPr/>
      <dgm:t>
        <a:bodyPr/>
        <a:lstStyle/>
        <a:p>
          <a:endParaRPr lang="zh-CN" altLang="en-US"/>
        </a:p>
      </dgm:t>
    </dgm:pt>
    <dgm:pt modelId="{A7F25396-743E-4863-90FE-ED6A69A6BFAC}" type="pres">
      <dgm:prSet presAssocID="{AA5771E9-A044-4F43-8459-E55C191D2DB8}" presName="Name0" presStyleCnt="0">
        <dgm:presLayoutVars>
          <dgm:dir/>
          <dgm:animLvl val="lvl"/>
          <dgm:resizeHandles val="exact"/>
        </dgm:presLayoutVars>
      </dgm:prSet>
      <dgm:spPr/>
    </dgm:pt>
    <dgm:pt modelId="{2B946B5B-DF8E-4CF8-8738-E424ECE6D7BB}" type="pres">
      <dgm:prSet presAssocID="{320BEFB4-62E3-4E93-926A-DFF68E66AB2E}" presName="linNode" presStyleCnt="0"/>
      <dgm:spPr/>
    </dgm:pt>
    <dgm:pt modelId="{20379965-AFAE-41AA-84FD-230CE8246DC7}" type="pres">
      <dgm:prSet presAssocID="{320BEFB4-62E3-4E93-926A-DFF68E66AB2E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B63CAA72-9040-43A9-BA28-98BC3F93C3CB}" type="pres">
      <dgm:prSet presAssocID="{320BEFB4-62E3-4E93-926A-DFF68E66AB2E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35F9384-022E-44BB-9C0F-D2D38DFE119B}" srcId="{AA5771E9-A044-4F43-8459-E55C191D2DB8}" destId="{320BEFB4-62E3-4E93-926A-DFF68E66AB2E}" srcOrd="0" destOrd="0" parTransId="{9CF41EB6-ECD3-4BC3-B70C-21E33DE1F483}" sibTransId="{AD74745F-B2BE-460D-8858-A75DA1E23FF3}"/>
    <dgm:cxn modelId="{C0E26F95-AA3B-45E2-ACE5-497FC96087BD}" srcId="{320BEFB4-62E3-4E93-926A-DFF68E66AB2E}" destId="{97C500E5-CD06-45E8-8838-A811045E74AB}" srcOrd="0" destOrd="0" parTransId="{37F5CD8B-12E5-417F-8B15-C0BA2C837104}" sibTransId="{FBA0630A-5043-49FA-B7D0-6DF944639A66}"/>
    <dgm:cxn modelId="{1F50F5A6-058D-4C8C-BBF2-E85A51FEE188}" type="presOf" srcId="{320BEFB4-62E3-4E93-926A-DFF68E66AB2E}" destId="{20379965-AFAE-41AA-84FD-230CE8246DC7}" srcOrd="0" destOrd="0" presId="urn:microsoft.com/office/officeart/2005/8/layout/vList5"/>
    <dgm:cxn modelId="{065B59DA-EF37-46AB-9182-0C29C966595C}" type="presOf" srcId="{97C500E5-CD06-45E8-8838-A811045E74AB}" destId="{B63CAA72-9040-43A9-BA28-98BC3F93C3CB}" srcOrd="0" destOrd="0" presId="urn:microsoft.com/office/officeart/2005/8/layout/vList5"/>
    <dgm:cxn modelId="{6C35D1FE-CF33-4BA1-AB3F-1423D7000E31}" type="presOf" srcId="{AA5771E9-A044-4F43-8459-E55C191D2DB8}" destId="{A7F25396-743E-4863-90FE-ED6A69A6BFAC}" srcOrd="0" destOrd="0" presId="urn:microsoft.com/office/officeart/2005/8/layout/vList5"/>
    <dgm:cxn modelId="{11F7D3FB-2CD4-48A0-9B89-ACF2A9D9F193}" type="presParOf" srcId="{A7F25396-743E-4863-90FE-ED6A69A6BFAC}" destId="{2B946B5B-DF8E-4CF8-8738-E424ECE6D7BB}" srcOrd="0" destOrd="0" presId="urn:microsoft.com/office/officeart/2005/8/layout/vList5"/>
    <dgm:cxn modelId="{B80B44D3-88FC-4B41-9952-7191C9751658}" type="presParOf" srcId="{2B946B5B-DF8E-4CF8-8738-E424ECE6D7BB}" destId="{20379965-AFAE-41AA-84FD-230CE8246DC7}" srcOrd="0" destOrd="0" presId="urn:microsoft.com/office/officeart/2005/8/layout/vList5"/>
    <dgm:cxn modelId="{CE15C17A-8C91-4D11-9F49-7689447AA565}" type="presParOf" srcId="{2B946B5B-DF8E-4CF8-8738-E424ECE6D7BB}" destId="{B63CAA72-9040-43A9-BA28-98BC3F93C3CB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5771E9-A044-4F43-8459-E55C191D2DB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20BEFB4-62E3-4E93-926A-DFF68E66AB2E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第三部分     </a:t>
          </a:r>
          <a:endParaRPr lang="zh-CN" altLang="en-US" sz="2000" b="1" dirty="0"/>
        </a:p>
      </dgm:t>
    </dgm:pt>
    <dgm:pt modelId="{9CF41EB6-ECD3-4BC3-B70C-21E33DE1F483}" cxnId="{035F9384-022E-44BB-9C0F-D2D38DFE119B}" type="parTrans">
      <dgm:prSet/>
      <dgm:spPr/>
      <dgm:t>
        <a:bodyPr/>
        <a:lstStyle/>
        <a:p>
          <a:endParaRPr lang="zh-CN" altLang="en-US"/>
        </a:p>
      </dgm:t>
    </dgm:pt>
    <dgm:pt modelId="{AD74745F-B2BE-460D-8858-A75DA1E23FF3}" cxnId="{035F9384-022E-44BB-9C0F-D2D38DFE119B}" type="sibTrans">
      <dgm:prSet/>
      <dgm:spPr/>
      <dgm:t>
        <a:bodyPr/>
        <a:lstStyle/>
        <a:p>
          <a:endParaRPr lang="zh-CN" altLang="en-US"/>
        </a:p>
      </dgm:t>
    </dgm:pt>
    <dgm:pt modelId="{97C500E5-CD06-45E8-8838-A811045E74AB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上任后工作计划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7F5CD8B-12E5-417F-8B15-C0BA2C837104}" cxnId="{C0E26F95-AA3B-45E2-ACE5-497FC96087BD}" type="parTrans">
      <dgm:prSet/>
      <dgm:spPr/>
      <dgm:t>
        <a:bodyPr/>
        <a:lstStyle/>
        <a:p>
          <a:endParaRPr lang="zh-CN" altLang="en-US"/>
        </a:p>
      </dgm:t>
    </dgm:pt>
    <dgm:pt modelId="{FBA0630A-5043-49FA-B7D0-6DF944639A66}" cxnId="{C0E26F95-AA3B-45E2-ACE5-497FC96087BD}" type="sibTrans">
      <dgm:prSet/>
      <dgm:spPr/>
      <dgm:t>
        <a:bodyPr/>
        <a:lstStyle/>
        <a:p>
          <a:endParaRPr lang="zh-CN" altLang="en-US"/>
        </a:p>
      </dgm:t>
    </dgm:pt>
    <dgm:pt modelId="{A7F25396-743E-4863-90FE-ED6A69A6BFAC}" type="pres">
      <dgm:prSet presAssocID="{AA5771E9-A044-4F43-8459-E55C191D2DB8}" presName="Name0" presStyleCnt="0">
        <dgm:presLayoutVars>
          <dgm:dir/>
          <dgm:animLvl val="lvl"/>
          <dgm:resizeHandles val="exact"/>
        </dgm:presLayoutVars>
      </dgm:prSet>
      <dgm:spPr/>
    </dgm:pt>
    <dgm:pt modelId="{2B946B5B-DF8E-4CF8-8738-E424ECE6D7BB}" type="pres">
      <dgm:prSet presAssocID="{320BEFB4-62E3-4E93-926A-DFF68E66AB2E}" presName="linNode" presStyleCnt="0"/>
      <dgm:spPr/>
    </dgm:pt>
    <dgm:pt modelId="{20379965-AFAE-41AA-84FD-230CE8246DC7}" type="pres">
      <dgm:prSet presAssocID="{320BEFB4-62E3-4E93-926A-DFF68E66AB2E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B63CAA72-9040-43A9-BA28-98BC3F93C3CB}" type="pres">
      <dgm:prSet presAssocID="{320BEFB4-62E3-4E93-926A-DFF68E66AB2E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8EA13642-29EB-4685-B534-5BE9680C3755}" type="presOf" srcId="{320BEFB4-62E3-4E93-926A-DFF68E66AB2E}" destId="{20379965-AFAE-41AA-84FD-230CE8246DC7}" srcOrd="0" destOrd="0" presId="urn:microsoft.com/office/officeart/2005/8/layout/vList5"/>
    <dgm:cxn modelId="{BA319D6B-2389-4B6F-A206-39C57CE317D0}" type="presOf" srcId="{AA5771E9-A044-4F43-8459-E55C191D2DB8}" destId="{A7F25396-743E-4863-90FE-ED6A69A6BFAC}" srcOrd="0" destOrd="0" presId="urn:microsoft.com/office/officeart/2005/8/layout/vList5"/>
    <dgm:cxn modelId="{035F9384-022E-44BB-9C0F-D2D38DFE119B}" srcId="{AA5771E9-A044-4F43-8459-E55C191D2DB8}" destId="{320BEFB4-62E3-4E93-926A-DFF68E66AB2E}" srcOrd="0" destOrd="0" parTransId="{9CF41EB6-ECD3-4BC3-B70C-21E33DE1F483}" sibTransId="{AD74745F-B2BE-460D-8858-A75DA1E23FF3}"/>
    <dgm:cxn modelId="{C0E26F95-AA3B-45E2-ACE5-497FC96087BD}" srcId="{320BEFB4-62E3-4E93-926A-DFF68E66AB2E}" destId="{97C500E5-CD06-45E8-8838-A811045E74AB}" srcOrd="0" destOrd="0" parTransId="{37F5CD8B-12E5-417F-8B15-C0BA2C837104}" sibTransId="{FBA0630A-5043-49FA-B7D0-6DF944639A66}"/>
    <dgm:cxn modelId="{658746FA-5701-4C29-9E20-331E0D8D971D}" type="presOf" srcId="{97C500E5-CD06-45E8-8838-A811045E74AB}" destId="{B63CAA72-9040-43A9-BA28-98BC3F93C3CB}" srcOrd="0" destOrd="0" presId="urn:microsoft.com/office/officeart/2005/8/layout/vList5"/>
    <dgm:cxn modelId="{678AED75-25BD-4D61-9CA3-28570E177A91}" type="presParOf" srcId="{A7F25396-743E-4863-90FE-ED6A69A6BFAC}" destId="{2B946B5B-DF8E-4CF8-8738-E424ECE6D7BB}" srcOrd="0" destOrd="0" presId="urn:microsoft.com/office/officeart/2005/8/layout/vList5"/>
    <dgm:cxn modelId="{674B2BAD-ADCC-4B8A-9ABD-2627DE7386E8}" type="presParOf" srcId="{2B946B5B-DF8E-4CF8-8738-E424ECE6D7BB}" destId="{20379965-AFAE-41AA-84FD-230CE8246DC7}" srcOrd="0" destOrd="0" presId="urn:microsoft.com/office/officeart/2005/8/layout/vList5"/>
    <dgm:cxn modelId="{8E886CC6-7CA1-4D5F-AA4B-919001BF3762}" type="presParOf" srcId="{2B946B5B-DF8E-4CF8-8738-E424ECE6D7BB}" destId="{B63CAA72-9040-43A9-BA28-98BC3F93C3CB}" srcOrd="1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010400" cy="3771195"/>
        <a:chOff x="0" y="0"/>
        <a:chExt cx="7010400" cy="3771195"/>
      </a:xfrm>
    </dsp:grpSpPr>
    <dsp:sp modelId="{B63CAA72-9040-43A9-BA28-98BC3F93C3CB}">
      <dsp:nvSpPr>
        <dsp:cNvPr id="4" name="同侧圆角矩形 3"/>
        <dsp:cNvSpPr/>
      </dsp:nvSpPr>
      <dsp:spPr bwMode="white">
        <a:xfrm rot="5400000">
          <a:off x="3837928" y="-1635071"/>
          <a:ext cx="973212" cy="4486656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个人基本情况介绍</a:t>
          </a:r>
          <a:endParaRPr lang="zh-CN" altLang="en-US" sz="2000" b="1" dirty="0">
            <a:solidFill>
              <a:schemeClr val="dk1"/>
            </a:solidFill>
          </a:endParaRPr>
        </a:p>
      </dsp:txBody>
      <dsp:txXfrm rot="5400000">
        <a:off x="3837928" y="-1635071"/>
        <a:ext cx="973212" cy="4486656"/>
      </dsp:txXfrm>
    </dsp:sp>
    <dsp:sp modelId="{20379965-AFAE-41AA-84FD-230CE8246DC7}">
      <dsp:nvSpPr>
        <dsp:cNvPr id="3" name="圆角矩形 2"/>
        <dsp:cNvSpPr/>
      </dsp:nvSpPr>
      <dsp:spPr bwMode="white">
        <a:xfrm>
          <a:off x="442539" y="0"/>
          <a:ext cx="1638667" cy="121651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38100" rIns="762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第一部分     </a:t>
          </a:r>
          <a:endParaRPr lang="zh-CN" altLang="en-US" sz="2000" b="1" dirty="0"/>
        </a:p>
      </dsp:txBody>
      <dsp:txXfrm>
        <a:off x="442539" y="0"/>
        <a:ext cx="1638667" cy="1216515"/>
      </dsp:txXfrm>
    </dsp:sp>
    <dsp:sp modelId="{E8F158D6-7411-4C0D-9F7E-EEB335C7A1DE}">
      <dsp:nvSpPr>
        <dsp:cNvPr id="6" name="同侧圆角矩形 5"/>
        <dsp:cNvSpPr/>
      </dsp:nvSpPr>
      <dsp:spPr bwMode="white">
        <a:xfrm rot="5400000">
          <a:off x="3837928" y="-357730"/>
          <a:ext cx="973212" cy="4486656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入司后主要工作业绩</a:t>
          </a:r>
          <a:endParaRPr>
            <a:solidFill>
              <a:schemeClr val="dk1"/>
            </a:solidFill>
          </a:endParaRPr>
        </a:p>
      </dsp:txBody>
      <dsp:txXfrm rot="5400000">
        <a:off x="3837928" y="-357730"/>
        <a:ext cx="973212" cy="4486656"/>
      </dsp:txXfrm>
    </dsp:sp>
    <dsp:sp modelId="{04A9486C-14E9-472D-A286-01B80820D375}">
      <dsp:nvSpPr>
        <dsp:cNvPr id="5" name="圆角矩形 4"/>
        <dsp:cNvSpPr/>
      </dsp:nvSpPr>
      <dsp:spPr bwMode="white">
        <a:xfrm>
          <a:off x="419028" y="1277340"/>
          <a:ext cx="1638667" cy="121651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38100" rIns="762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第二部分     </a:t>
          </a:r>
          <a:endParaRPr lang="zh-CN" altLang="en-US" sz="2000" b="1" dirty="0"/>
        </a:p>
      </dsp:txBody>
      <dsp:txXfrm>
        <a:off x="419028" y="1277340"/>
        <a:ext cx="1638667" cy="1216515"/>
      </dsp:txXfrm>
    </dsp:sp>
    <dsp:sp modelId="{651933B9-1EAD-4C0C-8117-2F1DBA2F8B8B}">
      <dsp:nvSpPr>
        <dsp:cNvPr id="8" name="同侧圆角矩形 7"/>
        <dsp:cNvSpPr/>
      </dsp:nvSpPr>
      <dsp:spPr bwMode="white">
        <a:xfrm rot="5400000">
          <a:off x="3837928" y="895659"/>
          <a:ext cx="973212" cy="4486656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上任后工作计划</a:t>
          </a:r>
          <a:endParaRPr>
            <a:solidFill>
              <a:schemeClr val="dk1"/>
            </a:solidFill>
          </a:endParaRPr>
        </a:p>
      </dsp:txBody>
      <dsp:txXfrm rot="5400000">
        <a:off x="3837928" y="895659"/>
        <a:ext cx="973212" cy="4486656"/>
      </dsp:txXfrm>
    </dsp:sp>
    <dsp:sp modelId="{7F747BC6-0B8D-443C-8D34-AB372D968D85}">
      <dsp:nvSpPr>
        <dsp:cNvPr id="7" name="圆角矩形 6"/>
        <dsp:cNvSpPr/>
      </dsp:nvSpPr>
      <dsp:spPr bwMode="white">
        <a:xfrm>
          <a:off x="442539" y="2554680"/>
          <a:ext cx="1638667" cy="121651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38100" rIns="762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第三部分     </a:t>
          </a:r>
          <a:endParaRPr lang="zh-CN" altLang="en-US" sz="2000" b="1" dirty="0"/>
        </a:p>
      </dsp:txBody>
      <dsp:txXfrm>
        <a:off x="442539" y="2554680"/>
        <a:ext cx="1638667" cy="12165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010400" cy="761991"/>
        <a:chOff x="0" y="0"/>
        <a:chExt cx="7010400" cy="761991"/>
      </a:xfrm>
    </dsp:grpSpPr>
    <dsp:sp modelId="{B63CAA72-9040-43A9-BA28-98BC3F93C3CB}">
      <dsp:nvSpPr>
        <dsp:cNvPr id="4" name="同侧圆角矩形 3"/>
        <dsp:cNvSpPr/>
      </dsp:nvSpPr>
      <dsp:spPr bwMode="white">
        <a:xfrm rot="5400000">
          <a:off x="4462276" y="-1862332"/>
          <a:ext cx="609593" cy="4486656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个人基本情况介绍</a:t>
          </a:r>
          <a:endParaRPr lang="zh-CN" altLang="en-US" sz="2000" b="1" dirty="0">
            <a:solidFill>
              <a:schemeClr val="dk1"/>
            </a:solidFill>
          </a:endParaRPr>
        </a:p>
      </dsp:txBody>
      <dsp:txXfrm rot="5400000">
        <a:off x="4462276" y="-1862332"/>
        <a:ext cx="609593" cy="4486656"/>
      </dsp:txXfrm>
    </dsp:sp>
    <dsp:sp modelId="{20379965-AFAE-41AA-84FD-230CE8246DC7}">
      <dsp:nvSpPr>
        <dsp:cNvPr id="3" name="圆角矩形 2"/>
        <dsp:cNvSpPr/>
      </dsp:nvSpPr>
      <dsp:spPr bwMode="white">
        <a:xfrm>
          <a:off x="0" y="0"/>
          <a:ext cx="2523744" cy="761991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38100" rIns="762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第一部分     </a:t>
          </a:r>
          <a:endParaRPr lang="zh-CN" altLang="en-US" sz="2000" b="1" dirty="0"/>
        </a:p>
      </dsp:txBody>
      <dsp:txXfrm>
        <a:off x="0" y="0"/>
        <a:ext cx="2523744" cy="7619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010400" cy="761991"/>
        <a:chOff x="0" y="0"/>
        <a:chExt cx="7010400" cy="761991"/>
      </a:xfrm>
    </dsp:grpSpPr>
    <dsp:sp modelId="{B63CAA72-9040-43A9-BA28-98BC3F93C3CB}">
      <dsp:nvSpPr>
        <dsp:cNvPr id="4" name="同侧圆角矩形 3"/>
        <dsp:cNvSpPr/>
      </dsp:nvSpPr>
      <dsp:spPr bwMode="white">
        <a:xfrm rot="5400000">
          <a:off x="4462276" y="-1862332"/>
          <a:ext cx="609593" cy="4486656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入司后主要工作业绩</a:t>
          </a:r>
          <a:endParaRPr lang="zh-CN" altLang="en-US" sz="2000" b="1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5400000">
        <a:off x="4462276" y="-1862332"/>
        <a:ext cx="609593" cy="4486656"/>
      </dsp:txXfrm>
    </dsp:sp>
    <dsp:sp modelId="{20379965-AFAE-41AA-84FD-230CE8246DC7}">
      <dsp:nvSpPr>
        <dsp:cNvPr id="3" name="圆角矩形 2"/>
        <dsp:cNvSpPr/>
      </dsp:nvSpPr>
      <dsp:spPr bwMode="white">
        <a:xfrm>
          <a:off x="0" y="0"/>
          <a:ext cx="2523744" cy="761991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38100" rIns="762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第二部分     </a:t>
          </a:r>
          <a:endParaRPr lang="zh-CN" altLang="en-US" sz="2000" b="1" dirty="0"/>
        </a:p>
      </dsp:txBody>
      <dsp:txXfrm>
        <a:off x="0" y="0"/>
        <a:ext cx="2523744" cy="7619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072494" cy="761991"/>
        <a:chOff x="0" y="0"/>
        <a:chExt cx="8072494" cy="761991"/>
      </a:xfrm>
    </dsp:grpSpPr>
    <dsp:sp modelId="{B63CAA72-9040-43A9-BA28-98BC3F93C3CB}">
      <dsp:nvSpPr>
        <dsp:cNvPr id="4" name="同侧圆角矩形 3"/>
        <dsp:cNvSpPr/>
      </dsp:nvSpPr>
      <dsp:spPr bwMode="white">
        <a:xfrm rot="5400000">
          <a:off x="5184500" y="-2202203"/>
          <a:ext cx="609593" cy="5166396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lIns="76200" tIns="38100" rIns="76200" bIns="381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上任后工作计划</a:t>
          </a:r>
          <a:endParaRPr lang="zh-CN" altLang="en-US" sz="2000" b="1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5400000">
        <a:off x="5184500" y="-2202203"/>
        <a:ext cx="609593" cy="5166396"/>
      </dsp:txXfrm>
    </dsp:sp>
    <dsp:sp modelId="{20379965-AFAE-41AA-84FD-230CE8246DC7}">
      <dsp:nvSpPr>
        <dsp:cNvPr id="3" name="圆角矩形 2"/>
        <dsp:cNvSpPr/>
      </dsp:nvSpPr>
      <dsp:spPr bwMode="white">
        <a:xfrm>
          <a:off x="0" y="0"/>
          <a:ext cx="2906098" cy="761991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76200" tIns="38100" rIns="762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第三部分     </a:t>
          </a:r>
          <a:endParaRPr lang="zh-CN" altLang="en-US" sz="2000" b="1" dirty="0"/>
        </a:p>
      </dsp:txBody>
      <dsp:txXfrm>
        <a:off x="0" y="0"/>
        <a:ext cx="2906098" cy="761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7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534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89" tIns="45545" rIns="91089" bIns="45545" numCol="1" anchor="t" anchorCtr="0" compatLnSpc="1"/>
          <a:lstStyle>
            <a:lvl1pPr algn="l" eaLnBrk="1" hangingPunct="1"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4288" y="0"/>
            <a:ext cx="2981325" cy="534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89" tIns="45545" rIns="91089" bIns="45545" numCol="1" anchor="t" anchorCtr="0" compatLnSpc="1"/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07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67850"/>
            <a:ext cx="2981325" cy="4587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89" tIns="45545" rIns="91089" bIns="45545" numCol="1" anchor="b" anchorCtr="0" compatLnSpc="1"/>
          <a:lstStyle>
            <a:lvl1pPr algn="l" eaLnBrk="1" hangingPunct="1">
              <a:defRPr sz="12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07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4288" y="9467850"/>
            <a:ext cx="2981325" cy="4587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89" tIns="45545" rIns="91089" bIns="45545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ea typeface="黑体" panose="02010609060101010101" pitchFamily="49" charset="-122"/>
              </a:rPr>
            </a:fld>
            <a:endParaRPr lang="en-US" altLang="zh-CN" sz="12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89" tIns="45545" rIns="91089" bIns="45545" numCol="1" anchor="t" anchorCtr="0" compatLnSpc="1"/>
          <a:lstStyle>
            <a:lvl1pPr algn="l" eaLnBrk="1" hangingPunct="1">
              <a:defRPr kumimoji="0" sz="1200" b="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89" tIns="45545" rIns="91089" bIns="45545" numCol="1" anchor="t" anchorCtr="0" compatLnSpc="1"/>
          <a:lstStyle>
            <a:lvl1pPr algn="r" eaLnBrk="1" hangingPunct="1">
              <a:defRPr kumimoji="0" sz="1200" b="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17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0488" y="744538"/>
            <a:ext cx="6629399" cy="37290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8" cy="4473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89" tIns="45545" rIns="91089" bIns="45545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89" tIns="45545" rIns="91089" bIns="45545" numCol="1" anchor="b" anchorCtr="0" compatLnSpc="1"/>
          <a:lstStyle>
            <a:lvl1pPr algn="l" eaLnBrk="1" hangingPunct="1">
              <a:defRPr kumimoji="0" sz="1200" b="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89" tIns="45545" rIns="91089" bIns="45545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</a:rPr>
            </a:fld>
            <a:endParaRPr lang="en-US" altLang="zh-CN" sz="1200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3537" cy="4473575"/>
          </a:xfrm>
        </p:spPr>
        <p:txBody>
          <a:bodyPr wrap="square" lIns="91089" tIns="45545" rIns="91089" bIns="45545" anchor="t" anchorCtr="0"/>
          <a:p>
            <a:pPr lvl="0"/>
            <a:endParaRPr lang="zh-CN" altLang="en-US" dirty="0"/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2863" y="9439275"/>
            <a:ext cx="2951162" cy="498475"/>
          </a:xfrm>
          <a:prstGeom prst="rect">
            <a:avLst/>
          </a:prstGeom>
          <a:noFill/>
          <a:ln w="9525">
            <a:noFill/>
          </a:ln>
        </p:spPr>
        <p:txBody>
          <a:bodyPr lIns="91089" tIns="45545" rIns="91089" bIns="45545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6561667"/>
            <a:ext cx="12191601" cy="30556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27" name="Line 17"/>
          <p:cNvSpPr/>
          <p:nvPr userDrawn="1"/>
        </p:nvSpPr>
        <p:spPr>
          <a:xfrm>
            <a:off x="629464" y="3921404"/>
            <a:ext cx="10934673" cy="0"/>
          </a:xfrm>
          <a:prstGeom prst="line">
            <a:avLst/>
          </a:prstGeom>
          <a:ln w="101600" cap="flat" cmpd="sng">
            <a:solidFill>
              <a:srgbClr val="0099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8" name="Line 18"/>
          <p:cNvSpPr/>
          <p:nvPr userDrawn="1"/>
        </p:nvSpPr>
        <p:spPr>
          <a:xfrm>
            <a:off x="629464" y="3811592"/>
            <a:ext cx="10934673" cy="0"/>
          </a:xfrm>
          <a:prstGeom prst="line">
            <a:avLst/>
          </a:prstGeom>
          <a:ln w="25400" cap="flat" cmpd="sng">
            <a:solidFill>
              <a:srgbClr val="0099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0" y="0"/>
            <a:ext cx="11755973" cy="1076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2354991" y="2138956"/>
            <a:ext cx="8440800" cy="1375038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>
              <a:buClr>
                <a:srgbClr val="FF0000"/>
              </a:buClr>
              <a:buFontTx/>
              <a:buNone/>
              <a:defRPr sz="361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3" name="图片 2" descr="百纳维区块链蓝色透明底中英文logo横向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815" y="404495"/>
            <a:ext cx="2536825" cy="767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6561667"/>
            <a:ext cx="12191601" cy="30556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1" name="Line 17"/>
          <p:cNvSpPr/>
          <p:nvPr userDrawn="1"/>
        </p:nvSpPr>
        <p:spPr>
          <a:xfrm>
            <a:off x="629464" y="3305502"/>
            <a:ext cx="10934673" cy="0"/>
          </a:xfrm>
          <a:prstGeom prst="line">
            <a:avLst/>
          </a:prstGeom>
          <a:ln w="101600" cap="flat" cmpd="sng">
            <a:solidFill>
              <a:srgbClr val="0099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2" name="Line 18"/>
          <p:cNvSpPr/>
          <p:nvPr userDrawn="1"/>
        </p:nvSpPr>
        <p:spPr>
          <a:xfrm>
            <a:off x="629464" y="3195689"/>
            <a:ext cx="10934673" cy="0"/>
          </a:xfrm>
          <a:prstGeom prst="line">
            <a:avLst/>
          </a:prstGeom>
          <a:ln w="25400" cap="flat" cmpd="sng">
            <a:solidFill>
              <a:srgbClr val="0099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0" y="0"/>
            <a:ext cx="11755973" cy="1076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3069387" y="2138956"/>
            <a:ext cx="8440800" cy="1375038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 sz="361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3" name="图片 2" descr="百纳维区块链蓝色透明底中英文logo横向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815" y="404495"/>
            <a:ext cx="2536825" cy="767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0" y="6561667"/>
            <a:ext cx="12191601" cy="337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0" y="0"/>
            <a:ext cx="12191601" cy="1322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076552" y="6544160"/>
            <a:ext cx="1115049" cy="31352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pic>
        <p:nvPicPr>
          <p:cNvPr id="4" name="图片 3" descr="百纳维区块链蓝色透明底中英文logo横向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815" y="404495"/>
            <a:ext cx="2536825" cy="76708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0" y="6561667"/>
            <a:ext cx="12191601" cy="337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0" y="0"/>
            <a:ext cx="12191601" cy="1322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 flipV="1">
            <a:off x="0" y="6636466"/>
            <a:ext cx="12191601" cy="305564"/>
          </a:xfrm>
          <a:prstGeom prst="rect">
            <a:avLst/>
          </a:prstGeom>
          <a:gradFill rotWithShape="1">
            <a:gsLst>
              <a:gs pos="100000">
                <a:srgbClr val="0099CC"/>
              </a:gs>
              <a:gs pos="0">
                <a:srgbClr val="3366CC"/>
              </a:gs>
              <a:gs pos="100000">
                <a:srgbClr val="9900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4102" name="Picture 16" descr="1"/>
          <p:cNvPicPr>
            <a:picLocks noChangeAspect="1"/>
          </p:cNvPicPr>
          <p:nvPr userDrawn="1"/>
        </p:nvPicPr>
        <p:blipFill>
          <a:blip r:embed="rId2"/>
          <a:srcRect b="56532"/>
          <a:stretch>
            <a:fillRect/>
          </a:stretch>
        </p:blipFill>
        <p:spPr>
          <a:xfrm>
            <a:off x="0" y="622269"/>
            <a:ext cx="3307180" cy="71616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4103" name="直接连接符 6"/>
          <p:cNvCxnSpPr/>
          <p:nvPr userDrawn="1"/>
        </p:nvCxnSpPr>
        <p:spPr>
          <a:xfrm>
            <a:off x="0" y="693885"/>
            <a:ext cx="10558993" cy="0"/>
          </a:xfrm>
          <a:prstGeom prst="line">
            <a:avLst/>
          </a:prstGeom>
          <a:ln w="28575" cap="flat" cmpd="sng">
            <a:solidFill>
              <a:srgbClr val="0099CC">
                <a:alpha val="92155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" name="Rectangle 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617209" y="6628509"/>
            <a:ext cx="1115049" cy="3151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  <p:pic>
        <p:nvPicPr>
          <p:cNvPr id="7" name="图片 6" descr="百纳维白色透明底logo横向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2530" y="6636385"/>
            <a:ext cx="775970" cy="26606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0" y="6561667"/>
            <a:ext cx="12191601" cy="337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0" y="0"/>
            <a:ext cx="12191601" cy="1322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076552" y="6544160"/>
            <a:ext cx="1115049" cy="31352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0" y="6561667"/>
            <a:ext cx="12191601" cy="337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0" y="0"/>
            <a:ext cx="12191601" cy="1322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99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076552" y="6544160"/>
            <a:ext cx="1115049" cy="31352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>
    <p:random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5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楷体_GB2312" panose="02010609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楷体_GB2312" panose="02010609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楷体_GB2312" panose="02010609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楷体_GB2312" panose="0201060903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楷体_GB2312" panose="0201060903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楷体_GB2312" panose="0201060903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楷体_GB2312" panose="0201060903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90204" pitchFamily="34" charset="0"/>
          <a:ea typeface="楷体_GB2312" panose="02010609030101010101" pitchFamily="49" charset="-122"/>
        </a:defRPr>
      </a:lvl9pPr>
    </p:titleStyle>
    <p:bodyStyle>
      <a:lvl1pPr marL="343535" indent="-343535" algn="l" rtl="0" eaLnBrk="0" fontAlgn="base" hangingPunct="0">
        <a:spcBef>
          <a:spcPct val="20000"/>
        </a:spcBef>
        <a:spcAft>
          <a:spcPct val="0"/>
        </a:spcAft>
        <a:buChar char="•"/>
        <a:defRPr sz="3210">
          <a:solidFill>
            <a:schemeClr val="tx1"/>
          </a:solidFill>
          <a:latin typeface="+mn-lt"/>
          <a:ea typeface="+mn-ea"/>
          <a:cs typeface="+mn-cs"/>
        </a:defRPr>
      </a:lvl1pPr>
      <a:lvl2pPr marL="744855" indent="-286385" algn="l" rtl="0" eaLnBrk="0" fontAlgn="base" hangingPunct="0">
        <a:spcBef>
          <a:spcPct val="20000"/>
        </a:spcBef>
        <a:spcAft>
          <a:spcPct val="0"/>
        </a:spcAft>
        <a:buChar char="–"/>
        <a:defRPr sz="1605">
          <a:solidFill>
            <a:schemeClr val="tx1"/>
          </a:solidFill>
          <a:latin typeface="+mn-lt"/>
          <a:ea typeface="+mn-ea"/>
        </a:defRPr>
      </a:lvl2pPr>
      <a:lvl3pPr marL="1146175" indent="-229235" algn="l" rtl="0" eaLnBrk="0" fontAlgn="base" hangingPunct="0">
        <a:spcBef>
          <a:spcPct val="20000"/>
        </a:spcBef>
        <a:spcAft>
          <a:spcPct val="0"/>
        </a:spcAft>
        <a:buChar char="•"/>
        <a:defRPr sz="1405">
          <a:solidFill>
            <a:schemeClr val="tx1"/>
          </a:solidFill>
          <a:latin typeface="+mn-lt"/>
          <a:ea typeface="+mn-ea"/>
        </a:defRPr>
      </a:lvl3pPr>
      <a:lvl4pPr marL="1604010" indent="-229235" algn="l" rtl="0" eaLnBrk="0" fontAlgn="base" hangingPunct="0">
        <a:spcBef>
          <a:spcPct val="20000"/>
        </a:spcBef>
        <a:spcAft>
          <a:spcPct val="0"/>
        </a:spcAft>
        <a:buChar char="–"/>
        <a:defRPr sz="1205">
          <a:solidFill>
            <a:schemeClr val="tx1"/>
          </a:solidFill>
          <a:latin typeface="+mn-lt"/>
          <a:ea typeface="+mn-ea"/>
        </a:defRPr>
      </a:lvl4pPr>
      <a:lvl5pPr marL="2062480" indent="-229235" algn="l" rtl="0" eaLnBrk="0" fontAlgn="base" hangingPunct="0">
        <a:spcBef>
          <a:spcPct val="20000"/>
        </a:spcBef>
        <a:spcAft>
          <a:spcPct val="0"/>
        </a:spcAft>
        <a:buChar char="»"/>
        <a:defRPr sz="1205">
          <a:solidFill>
            <a:schemeClr val="tx1"/>
          </a:solidFill>
          <a:latin typeface="+mn-lt"/>
          <a:ea typeface="+mn-ea"/>
        </a:defRPr>
      </a:lvl5pPr>
      <a:lvl6pPr marL="2520950" indent="-229235" algn="l" rtl="0" fontAlgn="base">
        <a:spcBef>
          <a:spcPct val="20000"/>
        </a:spcBef>
        <a:spcAft>
          <a:spcPct val="0"/>
        </a:spcAft>
        <a:defRPr sz="1205">
          <a:solidFill>
            <a:schemeClr val="tx1"/>
          </a:solidFill>
          <a:latin typeface="+mn-lt"/>
          <a:ea typeface="+mn-ea"/>
        </a:defRPr>
      </a:lvl6pPr>
      <a:lvl7pPr marL="2979420" indent="-229235" algn="l" rtl="0" fontAlgn="base">
        <a:spcBef>
          <a:spcPct val="20000"/>
        </a:spcBef>
        <a:spcAft>
          <a:spcPct val="0"/>
        </a:spcAft>
        <a:defRPr sz="1205">
          <a:solidFill>
            <a:schemeClr val="tx1"/>
          </a:solidFill>
          <a:latin typeface="+mn-lt"/>
          <a:ea typeface="+mn-ea"/>
        </a:defRPr>
      </a:lvl7pPr>
      <a:lvl8pPr marL="3437890" indent="-229235" algn="l" rtl="0" fontAlgn="base">
        <a:spcBef>
          <a:spcPct val="20000"/>
        </a:spcBef>
        <a:spcAft>
          <a:spcPct val="0"/>
        </a:spcAft>
        <a:defRPr sz="1205">
          <a:solidFill>
            <a:schemeClr val="tx1"/>
          </a:solidFill>
          <a:latin typeface="+mn-lt"/>
          <a:ea typeface="+mn-ea"/>
        </a:defRPr>
      </a:lvl8pPr>
      <a:lvl9pPr marL="3895725" indent="-229235" algn="l" rtl="0" fontAlgn="base">
        <a:spcBef>
          <a:spcPct val="20000"/>
        </a:spcBef>
        <a:spcAft>
          <a:spcPct val="0"/>
        </a:spcAft>
        <a:defRPr sz="120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470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940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4775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245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15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185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655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490" algn="l" defTabSz="91694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9"/>
          <p:cNvSpPr/>
          <p:nvPr/>
        </p:nvSpPr>
        <p:spPr>
          <a:xfrm>
            <a:off x="1253173" y="-160019"/>
            <a:ext cx="309880" cy="3371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219" name="Rectangle 11"/>
          <p:cNvSpPr/>
          <p:nvPr/>
        </p:nvSpPr>
        <p:spPr>
          <a:xfrm>
            <a:off x="1253173" y="-160019"/>
            <a:ext cx="309880" cy="3371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220" name="Rectangle 13"/>
          <p:cNvSpPr/>
          <p:nvPr/>
        </p:nvSpPr>
        <p:spPr>
          <a:xfrm>
            <a:off x="1253173" y="-160019"/>
            <a:ext cx="309880" cy="3371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221" name="Rectangle 15"/>
          <p:cNvSpPr/>
          <p:nvPr/>
        </p:nvSpPr>
        <p:spPr>
          <a:xfrm>
            <a:off x="1405573" y="-7620"/>
            <a:ext cx="309880" cy="3371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222" name="Rectangle 19"/>
          <p:cNvSpPr/>
          <p:nvPr/>
        </p:nvSpPr>
        <p:spPr>
          <a:xfrm>
            <a:off x="1253173" y="-160019"/>
            <a:ext cx="309880" cy="3371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223" name="Rectangle 21"/>
          <p:cNvSpPr/>
          <p:nvPr/>
        </p:nvSpPr>
        <p:spPr>
          <a:xfrm>
            <a:off x="1253173" y="-160019"/>
            <a:ext cx="309880" cy="3371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225" name="TextBox 1"/>
          <p:cNvSpPr txBox="1"/>
          <p:nvPr/>
        </p:nvSpPr>
        <p:spPr>
          <a:xfrm>
            <a:off x="3231198" y="2132648"/>
            <a:ext cx="5788025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个人竞聘报告（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模板）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226" name="TextBox 11"/>
          <p:cNvSpPr txBox="1"/>
          <p:nvPr/>
        </p:nvSpPr>
        <p:spPr>
          <a:xfrm>
            <a:off x="4839336" y="4725036"/>
            <a:ext cx="2624137" cy="1476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  门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en-US" altLang="zh-CN" sz="1800" u="sng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en-US" altLang="zh-CN" sz="1800" u="sng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  名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  期   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Box 1"/>
          <p:cNvSpPr txBox="1"/>
          <p:nvPr/>
        </p:nvSpPr>
        <p:spPr>
          <a:xfrm>
            <a:off x="407353" y="141923"/>
            <a:ext cx="1830388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示 6"/>
          <p:cNvGraphicFramePr/>
          <p:nvPr/>
        </p:nvGraphicFramePr>
        <p:xfrm>
          <a:off x="2514442" y="1523842"/>
          <a:ext cx="7010400" cy="3771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Box 1"/>
          <p:cNvSpPr txBox="1"/>
          <p:nvPr/>
        </p:nvSpPr>
        <p:spPr>
          <a:xfrm>
            <a:off x="479108" y="141923"/>
            <a:ext cx="1830388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示 6"/>
          <p:cNvGraphicFramePr/>
          <p:nvPr/>
        </p:nvGraphicFramePr>
        <p:xfrm>
          <a:off x="2514442" y="3047847"/>
          <a:ext cx="7010400" cy="761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Box 12"/>
          <p:cNvSpPr txBox="1"/>
          <p:nvPr/>
        </p:nvSpPr>
        <p:spPr>
          <a:xfrm>
            <a:off x="407353" y="116841"/>
            <a:ext cx="5410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个人基本情况介绍</a:t>
            </a:r>
            <a:endParaRPr lang="zh-CN" altLang="en-US" sz="20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extBox 1"/>
          <p:cNvSpPr txBox="1"/>
          <p:nvPr/>
        </p:nvSpPr>
        <p:spPr>
          <a:xfrm>
            <a:off x="479108" y="141923"/>
            <a:ext cx="1830388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示 6"/>
          <p:cNvGraphicFramePr/>
          <p:nvPr/>
        </p:nvGraphicFramePr>
        <p:xfrm>
          <a:off x="2514442" y="3047847"/>
          <a:ext cx="7010400" cy="761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Box 12"/>
          <p:cNvSpPr txBox="1"/>
          <p:nvPr/>
        </p:nvSpPr>
        <p:spPr>
          <a:xfrm>
            <a:off x="407353" y="116841"/>
            <a:ext cx="5410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入司后主要工作业绩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Box 1"/>
          <p:cNvSpPr txBox="1"/>
          <p:nvPr/>
        </p:nvSpPr>
        <p:spPr>
          <a:xfrm>
            <a:off x="551498" y="141923"/>
            <a:ext cx="1830388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示 6"/>
          <p:cNvGraphicFramePr/>
          <p:nvPr/>
        </p:nvGraphicFramePr>
        <p:xfrm>
          <a:off x="2059595" y="3047847"/>
          <a:ext cx="8072494" cy="761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Box 12"/>
          <p:cNvSpPr txBox="1"/>
          <p:nvPr/>
        </p:nvSpPr>
        <p:spPr>
          <a:xfrm>
            <a:off x="407353" y="116841"/>
            <a:ext cx="54102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上任后工作计划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Box 12"/>
          <p:cNvSpPr txBox="1"/>
          <p:nvPr/>
        </p:nvSpPr>
        <p:spPr>
          <a:xfrm>
            <a:off x="4934586" y="3135948"/>
            <a:ext cx="232251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END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中山证券">
  <a:themeElements>
    <a:clrScheme name="固定收益总部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固定收益总部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56796" dir="1593903" algn="ctr" rotWithShape="0">
            <a:srgbClr val="996633"/>
          </a:outerShdw>
        </a:effectLst>
      </a:spPr>
      <a:bodyPr vert="horz" wrap="none" lIns="91440" tIns="45720" rIns="91440" bIns="45720" numCol="1" anchor="b" anchorCtr="0" compatLnSpc="1"/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56796" dir="1593903" algn="ctr" rotWithShape="0">
            <a:srgbClr val="996633"/>
          </a:outerShdw>
        </a:effectLst>
      </a:spPr>
      <a:bodyPr vert="horz" wrap="none" lIns="91440" tIns="45720" rIns="91440" bIns="45720" numCol="1" anchor="b" anchorCtr="0" compatLnSpc="1"/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固定收益总部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固定收益总部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固定收益总部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固定收益总部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固定收益总部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固定收益总部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固定收益总部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固定收益总部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固定收益总部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固定收益总部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固定收益总部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固定收益总部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WPS 演示</Application>
  <PresentationFormat>自定义</PresentationFormat>
  <Paragraphs>25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汉仪书宋二KW</vt:lpstr>
      <vt:lpstr>黑体</vt:lpstr>
      <vt:lpstr>汉仪中黑KW</vt:lpstr>
      <vt:lpstr>楷体_GB2312</vt:lpstr>
      <vt:lpstr>汉仪楷体简</vt:lpstr>
      <vt:lpstr>微软雅黑</vt:lpstr>
      <vt:lpstr>汉仪旗黑</vt:lpstr>
      <vt:lpstr>宋体</vt:lpstr>
      <vt:lpstr>Arial Unicode MS</vt:lpstr>
      <vt:lpstr>微软雅黑</vt:lpstr>
      <vt:lpstr>中山证券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WPS_1592623466</cp:lastModifiedBy>
  <cp:revision>730</cp:revision>
  <dcterms:created xsi:type="dcterms:W3CDTF">2026-06-16T08:20:08Z</dcterms:created>
  <dcterms:modified xsi:type="dcterms:W3CDTF">2026-06-16T08:20:08Z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4465EA85CBB9691E8B06316A712A1055_43</vt:lpwstr>
  </property>
  <property fmtid="{D5CDD505-2E9C-101B-9397-08002B2CF9AE}" pid="4" name="KSOProductBuildVer">
    <vt:lpwstr>2052-7.5.1.8994</vt:lpwstr>
  </property>
</Properties>
</file>